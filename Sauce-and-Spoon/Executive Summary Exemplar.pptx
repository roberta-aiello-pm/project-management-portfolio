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4"/>
    <p:sldMasterId id="2147483671" r:id="rId5"/>
  </p:sldMasterIdLst>
  <p:notesMasterIdLst>
    <p:notesMasterId r:id="rId6"/>
  </p:notesMasterIdLst>
  <p:sldIdLst>
    <p:sldId id="256" r:id="rId7"/>
  </p:sldIdLst>
  <p:sldSz cy="5143500" cx="9144000"/>
  <p:notesSz cx="6858000" cy="9144000"/>
  <p:embeddedFontLst>
    <p:embeddedFont>
      <p:font typeface="Raleway"/>
      <p:regular r:id="rId8"/>
      <p:bold r:id="rId9"/>
      <p:italic r:id="rId10"/>
      <p:boldItalic r:id="rId11"/>
    </p:embeddedFont>
    <p:embeddedFont>
      <p:font typeface="Lato"/>
      <p:regular r:id="rId12"/>
      <p:bold r:id="rId13"/>
      <p:italic r:id="rId14"/>
      <p:boldItalic r:id="rId1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font" Target="fonts/Raleway-boldItalic.fntdata"/><Relationship Id="rId10" Type="http://schemas.openxmlformats.org/officeDocument/2006/relationships/font" Target="fonts/Raleway-italic.fntdata"/><Relationship Id="rId13" Type="http://schemas.openxmlformats.org/officeDocument/2006/relationships/font" Target="fonts/Lato-bold.fntdata"/><Relationship Id="rId12" Type="http://schemas.openxmlformats.org/officeDocument/2006/relationships/font" Target="fonts/Lato-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font" Target="fonts/Raleway-bold.fntdata"/><Relationship Id="rId15" Type="http://schemas.openxmlformats.org/officeDocument/2006/relationships/font" Target="fonts/Lato-boldItalic.fntdata"/><Relationship Id="rId14" Type="http://schemas.openxmlformats.org/officeDocument/2006/relationships/font" Target="fonts/Lato-italic.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font" Target="fonts/Raleway-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b96513b7a1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b96513b7a1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2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54" name="Shape 54"/>
        <p:cNvGrpSpPr/>
        <p:nvPr/>
      </p:nvGrpSpPr>
      <p:grpSpPr>
        <a:xfrm>
          <a:off x="0" y="0"/>
          <a:ext cx="0" cy="0"/>
          <a:chOff x="0" y="0"/>
          <a:chExt cx="0" cy="0"/>
        </a:xfrm>
      </p:grpSpPr>
      <p:sp>
        <p:nvSpPr>
          <p:cNvPr id="55" name="Google Shape;55;p14"/>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6" name="Google Shape;56;p14"/>
          <p:cNvGrpSpPr/>
          <p:nvPr/>
        </p:nvGrpSpPr>
        <p:grpSpPr>
          <a:xfrm>
            <a:off x="830392" y="1191256"/>
            <a:ext cx="745763" cy="45826"/>
            <a:chOff x="4580561" y="2589004"/>
            <a:chExt cx="1064464" cy="25200"/>
          </a:xfrm>
        </p:grpSpPr>
        <p:sp>
          <p:nvSpPr>
            <p:cNvPr id="57" name="Google Shape;57;p1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1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14"/>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rtl="0">
              <a:spcBef>
                <a:spcPts val="0"/>
              </a:spcBef>
              <a:spcAft>
                <a:spcPts val="0"/>
              </a:spcAft>
              <a:buSzPts val="4200"/>
              <a:buNone/>
              <a:defRPr sz="4200"/>
            </a:lvl1pPr>
            <a:lvl2pPr lvl="1" rtl="0">
              <a:spcBef>
                <a:spcPts val="0"/>
              </a:spcBef>
              <a:spcAft>
                <a:spcPts val="0"/>
              </a:spcAft>
              <a:buSzPts val="4200"/>
              <a:buNone/>
              <a:defRPr sz="4200"/>
            </a:lvl2pPr>
            <a:lvl3pPr lvl="2" rtl="0">
              <a:spcBef>
                <a:spcPts val="0"/>
              </a:spcBef>
              <a:spcAft>
                <a:spcPts val="0"/>
              </a:spcAft>
              <a:buSzPts val="4200"/>
              <a:buNone/>
              <a:defRPr sz="4200"/>
            </a:lvl3pPr>
            <a:lvl4pPr lvl="3" rtl="0">
              <a:spcBef>
                <a:spcPts val="0"/>
              </a:spcBef>
              <a:spcAft>
                <a:spcPts val="0"/>
              </a:spcAft>
              <a:buSzPts val="4200"/>
              <a:buNone/>
              <a:defRPr sz="4200"/>
            </a:lvl4pPr>
            <a:lvl5pPr lvl="4" rtl="0">
              <a:spcBef>
                <a:spcPts val="0"/>
              </a:spcBef>
              <a:spcAft>
                <a:spcPts val="0"/>
              </a:spcAft>
              <a:buSzPts val="4200"/>
              <a:buNone/>
              <a:defRPr sz="4200"/>
            </a:lvl5pPr>
            <a:lvl6pPr lvl="5" rtl="0">
              <a:spcBef>
                <a:spcPts val="0"/>
              </a:spcBef>
              <a:spcAft>
                <a:spcPts val="0"/>
              </a:spcAft>
              <a:buSzPts val="4200"/>
              <a:buNone/>
              <a:defRPr sz="4200"/>
            </a:lvl6pPr>
            <a:lvl7pPr lvl="6" rtl="0">
              <a:spcBef>
                <a:spcPts val="0"/>
              </a:spcBef>
              <a:spcAft>
                <a:spcPts val="0"/>
              </a:spcAft>
              <a:buSzPts val="4200"/>
              <a:buNone/>
              <a:defRPr sz="4200"/>
            </a:lvl7pPr>
            <a:lvl8pPr lvl="7" rtl="0">
              <a:spcBef>
                <a:spcPts val="0"/>
              </a:spcBef>
              <a:spcAft>
                <a:spcPts val="0"/>
              </a:spcAft>
              <a:buSzPts val="4200"/>
              <a:buNone/>
              <a:defRPr sz="4200"/>
            </a:lvl8pPr>
            <a:lvl9pPr lvl="8" rtl="0">
              <a:spcBef>
                <a:spcPts val="0"/>
              </a:spcBef>
              <a:spcAft>
                <a:spcPts val="0"/>
              </a:spcAft>
              <a:buSzPts val="4200"/>
              <a:buNone/>
              <a:defRPr sz="4200"/>
            </a:lvl9pPr>
          </a:lstStyle>
          <a:p/>
        </p:txBody>
      </p:sp>
      <p:sp>
        <p:nvSpPr>
          <p:cNvPr id="60" name="Google Shape;60;p14"/>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SzPts val="1600"/>
              <a:buNone/>
              <a:defRPr sz="1600"/>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p:txBody>
      </p:sp>
      <p:sp>
        <p:nvSpPr>
          <p:cNvPr id="61" name="Google Shape;61;p1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rgbClr val="45818E"/>
        </a:solidFill>
      </p:bgPr>
    </p:bg>
    <p:spTree>
      <p:nvGrpSpPr>
        <p:cNvPr id="62" name="Shape 62"/>
        <p:cNvGrpSpPr/>
        <p:nvPr/>
      </p:nvGrpSpPr>
      <p:grpSpPr>
        <a:xfrm>
          <a:off x="0" y="0"/>
          <a:ext cx="0" cy="0"/>
          <a:chOff x="0" y="0"/>
          <a:chExt cx="0" cy="0"/>
        </a:xfrm>
      </p:grpSpPr>
      <p:grpSp>
        <p:nvGrpSpPr>
          <p:cNvPr id="63" name="Google Shape;63;p15"/>
          <p:cNvGrpSpPr/>
          <p:nvPr/>
        </p:nvGrpSpPr>
        <p:grpSpPr>
          <a:xfrm>
            <a:off x="830392" y="1191256"/>
            <a:ext cx="745763" cy="45826"/>
            <a:chOff x="4580561" y="2589004"/>
            <a:chExt cx="1064464" cy="25200"/>
          </a:xfrm>
        </p:grpSpPr>
        <p:sp>
          <p:nvSpPr>
            <p:cNvPr id="64" name="Google Shape;64;p15"/>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15"/>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15"/>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600"/>
              <a:buNone/>
              <a:defRPr sz="3600">
                <a:solidFill>
                  <a:schemeClr val="lt1"/>
                </a:solidFill>
              </a:defRPr>
            </a:lvl1pPr>
            <a:lvl2pPr lvl="1" rtl="0">
              <a:spcBef>
                <a:spcPts val="0"/>
              </a:spcBef>
              <a:spcAft>
                <a:spcPts val="0"/>
              </a:spcAft>
              <a:buClr>
                <a:schemeClr val="lt1"/>
              </a:buClr>
              <a:buSzPts val="3600"/>
              <a:buNone/>
              <a:defRPr sz="3600">
                <a:solidFill>
                  <a:schemeClr val="lt1"/>
                </a:solidFill>
              </a:defRPr>
            </a:lvl2pPr>
            <a:lvl3pPr lvl="2" rtl="0">
              <a:spcBef>
                <a:spcPts val="0"/>
              </a:spcBef>
              <a:spcAft>
                <a:spcPts val="0"/>
              </a:spcAft>
              <a:buClr>
                <a:schemeClr val="lt1"/>
              </a:buClr>
              <a:buSzPts val="3600"/>
              <a:buNone/>
              <a:defRPr sz="3600">
                <a:solidFill>
                  <a:schemeClr val="lt1"/>
                </a:solidFill>
              </a:defRPr>
            </a:lvl3pPr>
            <a:lvl4pPr lvl="3" rtl="0">
              <a:spcBef>
                <a:spcPts val="0"/>
              </a:spcBef>
              <a:spcAft>
                <a:spcPts val="0"/>
              </a:spcAft>
              <a:buClr>
                <a:schemeClr val="lt1"/>
              </a:buClr>
              <a:buSzPts val="3600"/>
              <a:buNone/>
              <a:defRPr sz="3600">
                <a:solidFill>
                  <a:schemeClr val="lt1"/>
                </a:solidFill>
              </a:defRPr>
            </a:lvl4pPr>
            <a:lvl5pPr lvl="4" rtl="0">
              <a:spcBef>
                <a:spcPts val="0"/>
              </a:spcBef>
              <a:spcAft>
                <a:spcPts val="0"/>
              </a:spcAft>
              <a:buClr>
                <a:schemeClr val="lt1"/>
              </a:buClr>
              <a:buSzPts val="3600"/>
              <a:buNone/>
              <a:defRPr sz="3600">
                <a:solidFill>
                  <a:schemeClr val="lt1"/>
                </a:solidFill>
              </a:defRPr>
            </a:lvl5pPr>
            <a:lvl6pPr lvl="5" rtl="0">
              <a:spcBef>
                <a:spcPts val="0"/>
              </a:spcBef>
              <a:spcAft>
                <a:spcPts val="0"/>
              </a:spcAft>
              <a:buClr>
                <a:schemeClr val="lt1"/>
              </a:buClr>
              <a:buSzPts val="3600"/>
              <a:buNone/>
              <a:defRPr sz="3600">
                <a:solidFill>
                  <a:schemeClr val="lt1"/>
                </a:solidFill>
              </a:defRPr>
            </a:lvl6pPr>
            <a:lvl7pPr lvl="6" rtl="0">
              <a:spcBef>
                <a:spcPts val="0"/>
              </a:spcBef>
              <a:spcAft>
                <a:spcPts val="0"/>
              </a:spcAft>
              <a:buClr>
                <a:schemeClr val="lt1"/>
              </a:buClr>
              <a:buSzPts val="3600"/>
              <a:buNone/>
              <a:defRPr sz="3600">
                <a:solidFill>
                  <a:schemeClr val="lt1"/>
                </a:solidFill>
              </a:defRPr>
            </a:lvl7pPr>
            <a:lvl8pPr lvl="7" rtl="0">
              <a:spcBef>
                <a:spcPts val="0"/>
              </a:spcBef>
              <a:spcAft>
                <a:spcPts val="0"/>
              </a:spcAft>
              <a:buClr>
                <a:schemeClr val="lt1"/>
              </a:buClr>
              <a:buSzPts val="3600"/>
              <a:buNone/>
              <a:defRPr sz="3600">
                <a:solidFill>
                  <a:schemeClr val="lt1"/>
                </a:solidFill>
              </a:defRPr>
            </a:lvl8pPr>
            <a:lvl9pPr lvl="8" rtl="0">
              <a:spcBef>
                <a:spcPts val="0"/>
              </a:spcBef>
              <a:spcAft>
                <a:spcPts val="0"/>
              </a:spcAft>
              <a:buClr>
                <a:schemeClr val="lt1"/>
              </a:buClr>
              <a:buSzPts val="3600"/>
              <a:buNone/>
              <a:defRPr sz="3600">
                <a:solidFill>
                  <a:schemeClr val="lt1"/>
                </a:solidFill>
              </a:defRPr>
            </a:lvl9pPr>
          </a:lstStyle>
          <a:p/>
        </p:txBody>
      </p:sp>
      <p:sp>
        <p:nvSpPr>
          <p:cNvPr id="67" name="Google Shape;67;p1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8" name="Shape 68"/>
        <p:cNvGrpSpPr/>
        <p:nvPr/>
      </p:nvGrpSpPr>
      <p:grpSpPr>
        <a:xfrm>
          <a:off x="0" y="0"/>
          <a:ext cx="0" cy="0"/>
          <a:chOff x="0" y="0"/>
          <a:chExt cx="0" cy="0"/>
        </a:xfrm>
      </p:grpSpPr>
      <p:sp>
        <p:nvSpPr>
          <p:cNvPr id="69" name="Google Shape;69;p1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0" name="Google Shape;70;p16"/>
          <p:cNvGrpSpPr/>
          <p:nvPr/>
        </p:nvGrpSpPr>
        <p:grpSpPr>
          <a:xfrm>
            <a:off x="830392" y="1191256"/>
            <a:ext cx="745763" cy="45826"/>
            <a:chOff x="4580561" y="2589004"/>
            <a:chExt cx="1064464" cy="25200"/>
          </a:xfrm>
        </p:grpSpPr>
        <p:sp>
          <p:nvSpPr>
            <p:cNvPr id="71" name="Google Shape;71;p16"/>
            <p:cNvSpPr/>
            <p:nvPr/>
          </p:nvSpPr>
          <p:spPr>
            <a:xfrm rot="-5400000">
              <a:off x="5366325" y="2335504"/>
              <a:ext cx="25200" cy="532200"/>
            </a:xfrm>
            <a:prstGeom prst="rect">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6"/>
            <p:cNvSpPr/>
            <p:nvPr/>
          </p:nvSpPr>
          <p:spPr>
            <a:xfrm rot="-5400000">
              <a:off x="4836311" y="2333254"/>
              <a:ext cx="25200" cy="536700"/>
            </a:xfrm>
            <a:prstGeom prst="rect">
              <a:avLst/>
            </a:prstGeom>
            <a:solidFill>
              <a:srgbClr val="45818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3" name="Google Shape;73;p16"/>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rtl="0">
              <a:spcBef>
                <a:spcPts val="0"/>
              </a:spcBef>
              <a:spcAft>
                <a:spcPts val="0"/>
              </a:spcAft>
              <a:buSzPts val="2600"/>
              <a:buNone/>
              <a:defRPr sz="2600"/>
            </a:lvl1pPr>
            <a:lvl2pPr lvl="1" rtl="0">
              <a:spcBef>
                <a:spcPts val="0"/>
              </a:spcBef>
              <a:spcAft>
                <a:spcPts val="0"/>
              </a:spcAft>
              <a:buSzPts val="2600"/>
              <a:buNone/>
              <a:defRPr sz="2600"/>
            </a:lvl2pPr>
            <a:lvl3pPr lvl="2" rtl="0">
              <a:spcBef>
                <a:spcPts val="0"/>
              </a:spcBef>
              <a:spcAft>
                <a:spcPts val="0"/>
              </a:spcAft>
              <a:buSzPts val="2600"/>
              <a:buNone/>
              <a:defRPr sz="2600"/>
            </a:lvl3pPr>
            <a:lvl4pPr lvl="3" rtl="0">
              <a:spcBef>
                <a:spcPts val="0"/>
              </a:spcBef>
              <a:spcAft>
                <a:spcPts val="0"/>
              </a:spcAft>
              <a:buSzPts val="2600"/>
              <a:buNone/>
              <a:defRPr sz="2600"/>
            </a:lvl4pPr>
            <a:lvl5pPr lvl="4" rtl="0">
              <a:spcBef>
                <a:spcPts val="0"/>
              </a:spcBef>
              <a:spcAft>
                <a:spcPts val="0"/>
              </a:spcAft>
              <a:buSzPts val="2600"/>
              <a:buNone/>
              <a:defRPr sz="2600"/>
            </a:lvl5pPr>
            <a:lvl6pPr lvl="5" rtl="0">
              <a:spcBef>
                <a:spcPts val="0"/>
              </a:spcBef>
              <a:spcAft>
                <a:spcPts val="0"/>
              </a:spcAft>
              <a:buSzPts val="2600"/>
              <a:buNone/>
              <a:defRPr sz="2600"/>
            </a:lvl6pPr>
            <a:lvl7pPr lvl="6" rtl="0">
              <a:spcBef>
                <a:spcPts val="0"/>
              </a:spcBef>
              <a:spcAft>
                <a:spcPts val="0"/>
              </a:spcAft>
              <a:buSzPts val="2600"/>
              <a:buNone/>
              <a:defRPr sz="2600"/>
            </a:lvl7pPr>
            <a:lvl8pPr lvl="7" rtl="0">
              <a:spcBef>
                <a:spcPts val="0"/>
              </a:spcBef>
              <a:spcAft>
                <a:spcPts val="0"/>
              </a:spcAft>
              <a:buSzPts val="2600"/>
              <a:buNone/>
              <a:defRPr sz="2600"/>
            </a:lvl8pPr>
            <a:lvl9pPr lvl="8" rtl="0">
              <a:spcBef>
                <a:spcPts val="0"/>
              </a:spcBef>
              <a:spcAft>
                <a:spcPts val="0"/>
              </a:spcAft>
              <a:buSzPts val="2600"/>
              <a:buNone/>
              <a:defRPr sz="2600"/>
            </a:lvl9pPr>
          </a:lstStyle>
          <a:p/>
        </p:txBody>
      </p:sp>
      <p:sp>
        <p:nvSpPr>
          <p:cNvPr id="74" name="Google Shape;74;p16"/>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rtl="0">
              <a:spcBef>
                <a:spcPts val="0"/>
              </a:spcBef>
              <a:spcAft>
                <a:spcPts val="0"/>
              </a:spcAft>
              <a:buSzPts val="1300"/>
              <a:buChar char="●"/>
              <a:defRPr/>
            </a:lvl1pPr>
            <a:lvl2pPr indent="-298450" lvl="1" marL="914400" rtl="0">
              <a:spcBef>
                <a:spcPts val="0"/>
              </a:spcBef>
              <a:spcAft>
                <a:spcPts val="0"/>
              </a:spcAft>
              <a:buSzPts val="1100"/>
              <a:buChar char="○"/>
              <a:defRPr/>
            </a:lvl2pPr>
            <a:lvl3pPr indent="-298450" lvl="2" marL="1371600" rtl="0">
              <a:spcBef>
                <a:spcPts val="0"/>
              </a:spcBef>
              <a:spcAft>
                <a:spcPts val="0"/>
              </a:spcAft>
              <a:buSzPts val="1100"/>
              <a:buChar char="■"/>
              <a:defRPr/>
            </a:lvl3pPr>
            <a:lvl4pPr indent="-298450" lvl="3" marL="1828800" rtl="0">
              <a:spcBef>
                <a:spcPts val="0"/>
              </a:spcBef>
              <a:spcAft>
                <a:spcPts val="0"/>
              </a:spcAft>
              <a:buSzPts val="1100"/>
              <a:buChar char="●"/>
              <a:defRPr/>
            </a:lvl4pPr>
            <a:lvl5pPr indent="-298450" lvl="4" marL="2286000" rtl="0">
              <a:spcBef>
                <a:spcPts val="0"/>
              </a:spcBef>
              <a:spcAft>
                <a:spcPts val="0"/>
              </a:spcAft>
              <a:buSzPts val="1100"/>
              <a:buChar char="○"/>
              <a:defRPr/>
            </a:lvl5pPr>
            <a:lvl6pPr indent="-298450" lvl="5" marL="2743200" rtl="0">
              <a:spcBef>
                <a:spcPts val="0"/>
              </a:spcBef>
              <a:spcAft>
                <a:spcPts val="0"/>
              </a:spcAft>
              <a:buSzPts val="1100"/>
              <a:buChar char="■"/>
              <a:defRPr/>
            </a:lvl6pPr>
            <a:lvl7pPr indent="-298450" lvl="6" marL="3200400" rtl="0">
              <a:spcBef>
                <a:spcPts val="0"/>
              </a:spcBef>
              <a:spcAft>
                <a:spcPts val="0"/>
              </a:spcAft>
              <a:buSzPts val="1100"/>
              <a:buChar char="●"/>
              <a:defRPr/>
            </a:lvl7pPr>
            <a:lvl8pPr indent="-298450" lvl="7" marL="3657600" rtl="0">
              <a:spcBef>
                <a:spcPts val="0"/>
              </a:spcBef>
              <a:spcAft>
                <a:spcPts val="0"/>
              </a:spcAft>
              <a:buSzPts val="1100"/>
              <a:buChar char="○"/>
              <a:defRPr/>
            </a:lvl8pPr>
            <a:lvl9pPr indent="-298450" lvl="8" marL="4114800" rtl="0">
              <a:spcBef>
                <a:spcPts val="0"/>
              </a:spcBef>
              <a:spcAft>
                <a:spcPts val="0"/>
              </a:spcAft>
              <a:buSzPts val="1100"/>
              <a:buChar char="■"/>
              <a:defRPr/>
            </a:lvl9pPr>
          </a:lstStyle>
          <a:p/>
        </p:txBody>
      </p:sp>
      <p:sp>
        <p:nvSpPr>
          <p:cNvPr id="75" name="Google Shape;75;p1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76" name="Shape 76"/>
        <p:cNvGrpSpPr/>
        <p:nvPr/>
      </p:nvGrpSpPr>
      <p:grpSpPr>
        <a:xfrm>
          <a:off x="0" y="0"/>
          <a:ext cx="0" cy="0"/>
          <a:chOff x="0" y="0"/>
          <a:chExt cx="0" cy="0"/>
        </a:xfrm>
      </p:grpSpPr>
      <p:sp>
        <p:nvSpPr>
          <p:cNvPr id="77" name="Google Shape;77;p1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8" name="Google Shape;78;p17"/>
          <p:cNvGrpSpPr/>
          <p:nvPr/>
        </p:nvGrpSpPr>
        <p:grpSpPr>
          <a:xfrm>
            <a:off x="830392" y="1191256"/>
            <a:ext cx="745763" cy="45826"/>
            <a:chOff x="4580561" y="2589004"/>
            <a:chExt cx="1064464" cy="25200"/>
          </a:xfrm>
        </p:grpSpPr>
        <p:sp>
          <p:nvSpPr>
            <p:cNvPr id="79" name="Google Shape;79;p1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1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1" name="Google Shape;81;p17"/>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rtl="0">
              <a:spcBef>
                <a:spcPts val="0"/>
              </a:spcBef>
              <a:spcAft>
                <a:spcPts val="0"/>
              </a:spcAft>
              <a:buSzPts val="2600"/>
              <a:buNone/>
              <a:defRPr sz="2600"/>
            </a:lvl1pPr>
            <a:lvl2pPr lvl="1" rtl="0">
              <a:spcBef>
                <a:spcPts val="0"/>
              </a:spcBef>
              <a:spcAft>
                <a:spcPts val="0"/>
              </a:spcAft>
              <a:buSzPts val="2600"/>
              <a:buNone/>
              <a:defRPr sz="2600"/>
            </a:lvl2pPr>
            <a:lvl3pPr lvl="2" rtl="0">
              <a:spcBef>
                <a:spcPts val="0"/>
              </a:spcBef>
              <a:spcAft>
                <a:spcPts val="0"/>
              </a:spcAft>
              <a:buSzPts val="2600"/>
              <a:buNone/>
              <a:defRPr sz="2600"/>
            </a:lvl3pPr>
            <a:lvl4pPr lvl="3" rtl="0">
              <a:spcBef>
                <a:spcPts val="0"/>
              </a:spcBef>
              <a:spcAft>
                <a:spcPts val="0"/>
              </a:spcAft>
              <a:buSzPts val="2600"/>
              <a:buNone/>
              <a:defRPr sz="2600"/>
            </a:lvl4pPr>
            <a:lvl5pPr lvl="4" rtl="0">
              <a:spcBef>
                <a:spcPts val="0"/>
              </a:spcBef>
              <a:spcAft>
                <a:spcPts val="0"/>
              </a:spcAft>
              <a:buSzPts val="2600"/>
              <a:buNone/>
              <a:defRPr sz="2600"/>
            </a:lvl5pPr>
            <a:lvl6pPr lvl="5" rtl="0">
              <a:spcBef>
                <a:spcPts val="0"/>
              </a:spcBef>
              <a:spcAft>
                <a:spcPts val="0"/>
              </a:spcAft>
              <a:buSzPts val="2600"/>
              <a:buNone/>
              <a:defRPr sz="2600"/>
            </a:lvl6pPr>
            <a:lvl7pPr lvl="6" rtl="0">
              <a:spcBef>
                <a:spcPts val="0"/>
              </a:spcBef>
              <a:spcAft>
                <a:spcPts val="0"/>
              </a:spcAft>
              <a:buSzPts val="2600"/>
              <a:buNone/>
              <a:defRPr sz="2600"/>
            </a:lvl7pPr>
            <a:lvl8pPr lvl="7" rtl="0">
              <a:spcBef>
                <a:spcPts val="0"/>
              </a:spcBef>
              <a:spcAft>
                <a:spcPts val="0"/>
              </a:spcAft>
              <a:buSzPts val="2600"/>
              <a:buNone/>
              <a:defRPr sz="2600"/>
            </a:lvl8pPr>
            <a:lvl9pPr lvl="8" rtl="0">
              <a:spcBef>
                <a:spcPts val="0"/>
              </a:spcBef>
              <a:spcAft>
                <a:spcPts val="0"/>
              </a:spcAft>
              <a:buSzPts val="2600"/>
              <a:buNone/>
              <a:defRPr sz="2600"/>
            </a:lvl9pPr>
          </a:lstStyle>
          <a:p/>
        </p:txBody>
      </p:sp>
      <p:sp>
        <p:nvSpPr>
          <p:cNvPr id="82" name="Google Shape;82;p17"/>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rtl="0">
              <a:spcBef>
                <a:spcPts val="0"/>
              </a:spcBef>
              <a:spcAft>
                <a:spcPts val="0"/>
              </a:spcAft>
              <a:buSzPts val="1300"/>
              <a:buChar char="●"/>
              <a:defRPr/>
            </a:lvl1pPr>
            <a:lvl2pPr indent="-298450" lvl="1" marL="914400" rtl="0">
              <a:spcBef>
                <a:spcPts val="0"/>
              </a:spcBef>
              <a:spcAft>
                <a:spcPts val="0"/>
              </a:spcAft>
              <a:buSzPts val="1100"/>
              <a:buChar char="○"/>
              <a:defRPr/>
            </a:lvl2pPr>
            <a:lvl3pPr indent="-298450" lvl="2" marL="1371600" rtl="0">
              <a:spcBef>
                <a:spcPts val="0"/>
              </a:spcBef>
              <a:spcAft>
                <a:spcPts val="0"/>
              </a:spcAft>
              <a:buSzPts val="1100"/>
              <a:buChar char="■"/>
              <a:defRPr/>
            </a:lvl3pPr>
            <a:lvl4pPr indent="-298450" lvl="3" marL="1828800" rtl="0">
              <a:spcBef>
                <a:spcPts val="0"/>
              </a:spcBef>
              <a:spcAft>
                <a:spcPts val="0"/>
              </a:spcAft>
              <a:buSzPts val="1100"/>
              <a:buChar char="●"/>
              <a:defRPr/>
            </a:lvl4pPr>
            <a:lvl5pPr indent="-298450" lvl="4" marL="2286000" rtl="0">
              <a:spcBef>
                <a:spcPts val="0"/>
              </a:spcBef>
              <a:spcAft>
                <a:spcPts val="0"/>
              </a:spcAft>
              <a:buSzPts val="1100"/>
              <a:buChar char="○"/>
              <a:defRPr/>
            </a:lvl5pPr>
            <a:lvl6pPr indent="-298450" lvl="5" marL="2743200" rtl="0">
              <a:spcBef>
                <a:spcPts val="0"/>
              </a:spcBef>
              <a:spcAft>
                <a:spcPts val="0"/>
              </a:spcAft>
              <a:buSzPts val="1100"/>
              <a:buChar char="■"/>
              <a:defRPr/>
            </a:lvl6pPr>
            <a:lvl7pPr indent="-298450" lvl="6" marL="3200400" rtl="0">
              <a:spcBef>
                <a:spcPts val="0"/>
              </a:spcBef>
              <a:spcAft>
                <a:spcPts val="0"/>
              </a:spcAft>
              <a:buSzPts val="1100"/>
              <a:buChar char="●"/>
              <a:defRPr/>
            </a:lvl7pPr>
            <a:lvl8pPr indent="-298450" lvl="7" marL="3657600" rtl="0">
              <a:spcBef>
                <a:spcPts val="0"/>
              </a:spcBef>
              <a:spcAft>
                <a:spcPts val="0"/>
              </a:spcAft>
              <a:buSzPts val="1100"/>
              <a:buChar char="○"/>
              <a:defRPr/>
            </a:lvl8pPr>
            <a:lvl9pPr indent="-298450" lvl="8" marL="4114800" rtl="0">
              <a:spcBef>
                <a:spcPts val="0"/>
              </a:spcBef>
              <a:spcAft>
                <a:spcPts val="0"/>
              </a:spcAft>
              <a:buSzPts val="1100"/>
              <a:buChar char="■"/>
              <a:defRPr/>
            </a:lvl9pPr>
          </a:lstStyle>
          <a:p/>
        </p:txBody>
      </p:sp>
      <p:sp>
        <p:nvSpPr>
          <p:cNvPr id="83" name="Google Shape;83;p17"/>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rtl="0">
              <a:spcBef>
                <a:spcPts val="0"/>
              </a:spcBef>
              <a:spcAft>
                <a:spcPts val="0"/>
              </a:spcAft>
              <a:buSzPts val="1300"/>
              <a:buChar char="●"/>
              <a:defRPr/>
            </a:lvl1pPr>
            <a:lvl2pPr indent="-298450" lvl="1" marL="914400" rtl="0">
              <a:spcBef>
                <a:spcPts val="0"/>
              </a:spcBef>
              <a:spcAft>
                <a:spcPts val="0"/>
              </a:spcAft>
              <a:buSzPts val="1100"/>
              <a:buChar char="○"/>
              <a:defRPr/>
            </a:lvl2pPr>
            <a:lvl3pPr indent="-298450" lvl="2" marL="1371600" rtl="0">
              <a:spcBef>
                <a:spcPts val="0"/>
              </a:spcBef>
              <a:spcAft>
                <a:spcPts val="0"/>
              </a:spcAft>
              <a:buSzPts val="1100"/>
              <a:buChar char="■"/>
              <a:defRPr/>
            </a:lvl3pPr>
            <a:lvl4pPr indent="-298450" lvl="3" marL="1828800" rtl="0">
              <a:spcBef>
                <a:spcPts val="0"/>
              </a:spcBef>
              <a:spcAft>
                <a:spcPts val="0"/>
              </a:spcAft>
              <a:buSzPts val="1100"/>
              <a:buChar char="●"/>
              <a:defRPr/>
            </a:lvl4pPr>
            <a:lvl5pPr indent="-298450" lvl="4" marL="2286000" rtl="0">
              <a:spcBef>
                <a:spcPts val="0"/>
              </a:spcBef>
              <a:spcAft>
                <a:spcPts val="0"/>
              </a:spcAft>
              <a:buSzPts val="1100"/>
              <a:buChar char="○"/>
              <a:defRPr/>
            </a:lvl5pPr>
            <a:lvl6pPr indent="-298450" lvl="5" marL="2743200" rtl="0">
              <a:spcBef>
                <a:spcPts val="0"/>
              </a:spcBef>
              <a:spcAft>
                <a:spcPts val="0"/>
              </a:spcAft>
              <a:buSzPts val="1100"/>
              <a:buChar char="■"/>
              <a:defRPr/>
            </a:lvl6pPr>
            <a:lvl7pPr indent="-298450" lvl="6" marL="3200400" rtl="0">
              <a:spcBef>
                <a:spcPts val="0"/>
              </a:spcBef>
              <a:spcAft>
                <a:spcPts val="0"/>
              </a:spcAft>
              <a:buSzPts val="1100"/>
              <a:buChar char="●"/>
              <a:defRPr/>
            </a:lvl7pPr>
            <a:lvl8pPr indent="-298450" lvl="7" marL="3657600" rtl="0">
              <a:spcBef>
                <a:spcPts val="0"/>
              </a:spcBef>
              <a:spcAft>
                <a:spcPts val="0"/>
              </a:spcAft>
              <a:buSzPts val="1100"/>
              <a:buChar char="○"/>
              <a:defRPr/>
            </a:lvl8pPr>
            <a:lvl9pPr indent="-298450" lvl="8" marL="4114800" rtl="0">
              <a:spcBef>
                <a:spcPts val="0"/>
              </a:spcBef>
              <a:spcAft>
                <a:spcPts val="0"/>
              </a:spcAft>
              <a:buSzPts val="1100"/>
              <a:buChar char="■"/>
              <a:defRPr/>
            </a:lvl9pPr>
          </a:lstStyle>
          <a:p/>
        </p:txBody>
      </p:sp>
      <p:sp>
        <p:nvSpPr>
          <p:cNvPr id="84" name="Google Shape;84;p1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5" name="Shape 85"/>
        <p:cNvGrpSpPr/>
        <p:nvPr/>
      </p:nvGrpSpPr>
      <p:grpSpPr>
        <a:xfrm>
          <a:off x="0" y="0"/>
          <a:ext cx="0" cy="0"/>
          <a:chOff x="0" y="0"/>
          <a:chExt cx="0" cy="0"/>
        </a:xfrm>
      </p:grpSpPr>
      <p:sp>
        <p:nvSpPr>
          <p:cNvPr id="86" name="Google Shape;86;p18"/>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7" name="Google Shape;87;p18"/>
          <p:cNvGrpSpPr/>
          <p:nvPr/>
        </p:nvGrpSpPr>
        <p:grpSpPr>
          <a:xfrm>
            <a:off x="830392" y="1191256"/>
            <a:ext cx="745763" cy="45826"/>
            <a:chOff x="4580561" y="2589004"/>
            <a:chExt cx="1064464" cy="25200"/>
          </a:xfrm>
        </p:grpSpPr>
        <p:sp>
          <p:nvSpPr>
            <p:cNvPr id="88" name="Google Shape;88;p18"/>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18"/>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0" name="Google Shape;90;p18"/>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rtl="0">
              <a:spcBef>
                <a:spcPts val="0"/>
              </a:spcBef>
              <a:spcAft>
                <a:spcPts val="0"/>
              </a:spcAft>
              <a:buSzPts val="2600"/>
              <a:buNone/>
              <a:defRPr sz="2600"/>
            </a:lvl1pPr>
            <a:lvl2pPr lvl="1" rtl="0">
              <a:spcBef>
                <a:spcPts val="0"/>
              </a:spcBef>
              <a:spcAft>
                <a:spcPts val="0"/>
              </a:spcAft>
              <a:buSzPts val="2600"/>
              <a:buNone/>
              <a:defRPr sz="2600"/>
            </a:lvl2pPr>
            <a:lvl3pPr lvl="2" rtl="0">
              <a:spcBef>
                <a:spcPts val="0"/>
              </a:spcBef>
              <a:spcAft>
                <a:spcPts val="0"/>
              </a:spcAft>
              <a:buSzPts val="2600"/>
              <a:buNone/>
              <a:defRPr sz="2600"/>
            </a:lvl3pPr>
            <a:lvl4pPr lvl="3" rtl="0">
              <a:spcBef>
                <a:spcPts val="0"/>
              </a:spcBef>
              <a:spcAft>
                <a:spcPts val="0"/>
              </a:spcAft>
              <a:buSzPts val="2600"/>
              <a:buNone/>
              <a:defRPr sz="2600"/>
            </a:lvl4pPr>
            <a:lvl5pPr lvl="4" rtl="0">
              <a:spcBef>
                <a:spcPts val="0"/>
              </a:spcBef>
              <a:spcAft>
                <a:spcPts val="0"/>
              </a:spcAft>
              <a:buSzPts val="2600"/>
              <a:buNone/>
              <a:defRPr sz="2600"/>
            </a:lvl5pPr>
            <a:lvl6pPr lvl="5" rtl="0">
              <a:spcBef>
                <a:spcPts val="0"/>
              </a:spcBef>
              <a:spcAft>
                <a:spcPts val="0"/>
              </a:spcAft>
              <a:buSzPts val="2600"/>
              <a:buNone/>
              <a:defRPr sz="2600"/>
            </a:lvl6pPr>
            <a:lvl7pPr lvl="6" rtl="0">
              <a:spcBef>
                <a:spcPts val="0"/>
              </a:spcBef>
              <a:spcAft>
                <a:spcPts val="0"/>
              </a:spcAft>
              <a:buSzPts val="2600"/>
              <a:buNone/>
              <a:defRPr sz="2600"/>
            </a:lvl7pPr>
            <a:lvl8pPr lvl="7" rtl="0">
              <a:spcBef>
                <a:spcPts val="0"/>
              </a:spcBef>
              <a:spcAft>
                <a:spcPts val="0"/>
              </a:spcAft>
              <a:buSzPts val="2600"/>
              <a:buNone/>
              <a:defRPr sz="2600"/>
            </a:lvl8pPr>
            <a:lvl9pPr lvl="8" rtl="0">
              <a:spcBef>
                <a:spcPts val="0"/>
              </a:spcBef>
              <a:spcAft>
                <a:spcPts val="0"/>
              </a:spcAft>
              <a:buSzPts val="2600"/>
              <a:buNone/>
              <a:defRPr sz="2600"/>
            </a:lvl9pPr>
          </a:lstStyle>
          <a:p/>
        </p:txBody>
      </p:sp>
      <p:sp>
        <p:nvSpPr>
          <p:cNvPr id="91" name="Google Shape;91;p1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92" name="Shape 92"/>
        <p:cNvGrpSpPr/>
        <p:nvPr/>
      </p:nvGrpSpPr>
      <p:grpSpPr>
        <a:xfrm>
          <a:off x="0" y="0"/>
          <a:ext cx="0" cy="0"/>
          <a:chOff x="0" y="0"/>
          <a:chExt cx="0" cy="0"/>
        </a:xfrm>
      </p:grpSpPr>
      <p:sp>
        <p:nvSpPr>
          <p:cNvPr id="93" name="Google Shape;93;p19"/>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4" name="Google Shape;94;p19"/>
          <p:cNvGrpSpPr/>
          <p:nvPr/>
        </p:nvGrpSpPr>
        <p:grpSpPr>
          <a:xfrm>
            <a:off x="830392" y="1191256"/>
            <a:ext cx="745763" cy="45826"/>
            <a:chOff x="4580561" y="2589004"/>
            <a:chExt cx="1064464" cy="25200"/>
          </a:xfrm>
        </p:grpSpPr>
        <p:sp>
          <p:nvSpPr>
            <p:cNvPr id="95" name="Google Shape;95;p1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1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7" name="Google Shape;97;p19"/>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rtl="0">
              <a:spcBef>
                <a:spcPts val="0"/>
              </a:spcBef>
              <a:spcAft>
                <a:spcPts val="0"/>
              </a:spcAft>
              <a:buSzPts val="2600"/>
              <a:buNone/>
              <a:defRPr sz="2600"/>
            </a:lvl1pPr>
            <a:lvl2pPr lvl="1" rtl="0">
              <a:spcBef>
                <a:spcPts val="0"/>
              </a:spcBef>
              <a:spcAft>
                <a:spcPts val="0"/>
              </a:spcAft>
              <a:buSzPts val="2600"/>
              <a:buNone/>
              <a:defRPr sz="2600"/>
            </a:lvl2pPr>
            <a:lvl3pPr lvl="2" rtl="0">
              <a:spcBef>
                <a:spcPts val="0"/>
              </a:spcBef>
              <a:spcAft>
                <a:spcPts val="0"/>
              </a:spcAft>
              <a:buSzPts val="2600"/>
              <a:buNone/>
              <a:defRPr sz="2600"/>
            </a:lvl3pPr>
            <a:lvl4pPr lvl="3" rtl="0">
              <a:spcBef>
                <a:spcPts val="0"/>
              </a:spcBef>
              <a:spcAft>
                <a:spcPts val="0"/>
              </a:spcAft>
              <a:buSzPts val="2600"/>
              <a:buNone/>
              <a:defRPr sz="2600"/>
            </a:lvl4pPr>
            <a:lvl5pPr lvl="4" rtl="0">
              <a:spcBef>
                <a:spcPts val="0"/>
              </a:spcBef>
              <a:spcAft>
                <a:spcPts val="0"/>
              </a:spcAft>
              <a:buSzPts val="2600"/>
              <a:buNone/>
              <a:defRPr sz="2600"/>
            </a:lvl5pPr>
            <a:lvl6pPr lvl="5" rtl="0">
              <a:spcBef>
                <a:spcPts val="0"/>
              </a:spcBef>
              <a:spcAft>
                <a:spcPts val="0"/>
              </a:spcAft>
              <a:buSzPts val="2600"/>
              <a:buNone/>
              <a:defRPr sz="2600"/>
            </a:lvl6pPr>
            <a:lvl7pPr lvl="6" rtl="0">
              <a:spcBef>
                <a:spcPts val="0"/>
              </a:spcBef>
              <a:spcAft>
                <a:spcPts val="0"/>
              </a:spcAft>
              <a:buSzPts val="2600"/>
              <a:buNone/>
              <a:defRPr sz="2600"/>
            </a:lvl7pPr>
            <a:lvl8pPr lvl="7" rtl="0">
              <a:spcBef>
                <a:spcPts val="0"/>
              </a:spcBef>
              <a:spcAft>
                <a:spcPts val="0"/>
              </a:spcAft>
              <a:buSzPts val="2600"/>
              <a:buNone/>
              <a:defRPr sz="2600"/>
            </a:lvl8pPr>
            <a:lvl9pPr lvl="8" rtl="0">
              <a:spcBef>
                <a:spcPts val="0"/>
              </a:spcBef>
              <a:spcAft>
                <a:spcPts val="0"/>
              </a:spcAft>
              <a:buSzPts val="2600"/>
              <a:buNone/>
              <a:defRPr sz="2600"/>
            </a:lvl9pPr>
          </a:lstStyle>
          <a:p/>
        </p:txBody>
      </p:sp>
      <p:sp>
        <p:nvSpPr>
          <p:cNvPr id="98" name="Google Shape;98;p19"/>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rtl="0">
              <a:spcBef>
                <a:spcPts val="0"/>
              </a:spcBef>
              <a:spcAft>
                <a:spcPts val="0"/>
              </a:spcAft>
              <a:buSzPts val="1300"/>
              <a:buChar char="●"/>
              <a:defRPr/>
            </a:lvl1pPr>
            <a:lvl2pPr indent="-298450" lvl="1" marL="914400" rtl="0">
              <a:spcBef>
                <a:spcPts val="0"/>
              </a:spcBef>
              <a:spcAft>
                <a:spcPts val="0"/>
              </a:spcAft>
              <a:buSzPts val="1100"/>
              <a:buChar char="○"/>
              <a:defRPr/>
            </a:lvl2pPr>
            <a:lvl3pPr indent="-298450" lvl="2" marL="1371600" rtl="0">
              <a:spcBef>
                <a:spcPts val="0"/>
              </a:spcBef>
              <a:spcAft>
                <a:spcPts val="0"/>
              </a:spcAft>
              <a:buSzPts val="1100"/>
              <a:buChar char="■"/>
              <a:defRPr/>
            </a:lvl3pPr>
            <a:lvl4pPr indent="-298450" lvl="3" marL="1828800" rtl="0">
              <a:spcBef>
                <a:spcPts val="0"/>
              </a:spcBef>
              <a:spcAft>
                <a:spcPts val="0"/>
              </a:spcAft>
              <a:buSzPts val="1100"/>
              <a:buChar char="●"/>
              <a:defRPr/>
            </a:lvl4pPr>
            <a:lvl5pPr indent="-298450" lvl="4" marL="2286000" rtl="0">
              <a:spcBef>
                <a:spcPts val="0"/>
              </a:spcBef>
              <a:spcAft>
                <a:spcPts val="0"/>
              </a:spcAft>
              <a:buSzPts val="1100"/>
              <a:buChar char="○"/>
              <a:defRPr/>
            </a:lvl5pPr>
            <a:lvl6pPr indent="-298450" lvl="5" marL="2743200" rtl="0">
              <a:spcBef>
                <a:spcPts val="0"/>
              </a:spcBef>
              <a:spcAft>
                <a:spcPts val="0"/>
              </a:spcAft>
              <a:buSzPts val="1100"/>
              <a:buChar char="■"/>
              <a:defRPr/>
            </a:lvl6pPr>
            <a:lvl7pPr indent="-298450" lvl="6" marL="3200400" rtl="0">
              <a:spcBef>
                <a:spcPts val="0"/>
              </a:spcBef>
              <a:spcAft>
                <a:spcPts val="0"/>
              </a:spcAft>
              <a:buSzPts val="1100"/>
              <a:buChar char="●"/>
              <a:defRPr/>
            </a:lvl7pPr>
            <a:lvl8pPr indent="-298450" lvl="7" marL="3657600" rtl="0">
              <a:spcBef>
                <a:spcPts val="0"/>
              </a:spcBef>
              <a:spcAft>
                <a:spcPts val="0"/>
              </a:spcAft>
              <a:buSzPts val="1100"/>
              <a:buChar char="○"/>
              <a:defRPr/>
            </a:lvl8pPr>
            <a:lvl9pPr indent="-298450" lvl="8" marL="4114800" rtl="0">
              <a:spcBef>
                <a:spcPts val="0"/>
              </a:spcBef>
              <a:spcAft>
                <a:spcPts val="0"/>
              </a:spcAft>
              <a:buSzPts val="1100"/>
              <a:buChar char="■"/>
              <a:defRPr/>
            </a:lvl9pPr>
          </a:lstStyle>
          <a:p/>
        </p:txBody>
      </p:sp>
      <p:sp>
        <p:nvSpPr>
          <p:cNvPr id="99" name="Google Shape;99;p1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100" name="Shape 100"/>
        <p:cNvGrpSpPr/>
        <p:nvPr/>
      </p:nvGrpSpPr>
      <p:grpSpPr>
        <a:xfrm>
          <a:off x="0" y="0"/>
          <a:ext cx="0" cy="0"/>
          <a:chOff x="0" y="0"/>
          <a:chExt cx="0" cy="0"/>
        </a:xfrm>
      </p:grpSpPr>
      <p:grpSp>
        <p:nvGrpSpPr>
          <p:cNvPr id="101" name="Google Shape;101;p20"/>
          <p:cNvGrpSpPr/>
          <p:nvPr/>
        </p:nvGrpSpPr>
        <p:grpSpPr>
          <a:xfrm>
            <a:off x="830392" y="4169130"/>
            <a:ext cx="745763" cy="45826"/>
            <a:chOff x="4580561" y="2589004"/>
            <a:chExt cx="1064464" cy="25200"/>
          </a:xfrm>
        </p:grpSpPr>
        <p:sp>
          <p:nvSpPr>
            <p:cNvPr id="102" name="Google Shape;102;p20"/>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20"/>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4" name="Google Shape;104;p20"/>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rtl="0">
              <a:spcBef>
                <a:spcPts val="0"/>
              </a:spcBef>
              <a:spcAft>
                <a:spcPts val="0"/>
              </a:spcAft>
              <a:buClr>
                <a:schemeClr val="lt1"/>
              </a:buClr>
              <a:buSzPts val="3600"/>
              <a:buNone/>
              <a:defRPr sz="3600">
                <a:solidFill>
                  <a:schemeClr val="lt1"/>
                </a:solidFill>
              </a:defRPr>
            </a:lvl1pPr>
            <a:lvl2pPr lvl="1" rtl="0">
              <a:spcBef>
                <a:spcPts val="0"/>
              </a:spcBef>
              <a:spcAft>
                <a:spcPts val="0"/>
              </a:spcAft>
              <a:buClr>
                <a:schemeClr val="lt1"/>
              </a:buClr>
              <a:buSzPts val="3600"/>
              <a:buNone/>
              <a:defRPr sz="3600">
                <a:solidFill>
                  <a:schemeClr val="lt1"/>
                </a:solidFill>
              </a:defRPr>
            </a:lvl2pPr>
            <a:lvl3pPr lvl="2" rtl="0">
              <a:spcBef>
                <a:spcPts val="0"/>
              </a:spcBef>
              <a:spcAft>
                <a:spcPts val="0"/>
              </a:spcAft>
              <a:buClr>
                <a:schemeClr val="lt1"/>
              </a:buClr>
              <a:buSzPts val="3600"/>
              <a:buNone/>
              <a:defRPr sz="3600">
                <a:solidFill>
                  <a:schemeClr val="lt1"/>
                </a:solidFill>
              </a:defRPr>
            </a:lvl3pPr>
            <a:lvl4pPr lvl="3" rtl="0">
              <a:spcBef>
                <a:spcPts val="0"/>
              </a:spcBef>
              <a:spcAft>
                <a:spcPts val="0"/>
              </a:spcAft>
              <a:buClr>
                <a:schemeClr val="lt1"/>
              </a:buClr>
              <a:buSzPts val="3600"/>
              <a:buNone/>
              <a:defRPr sz="3600">
                <a:solidFill>
                  <a:schemeClr val="lt1"/>
                </a:solidFill>
              </a:defRPr>
            </a:lvl4pPr>
            <a:lvl5pPr lvl="4" rtl="0">
              <a:spcBef>
                <a:spcPts val="0"/>
              </a:spcBef>
              <a:spcAft>
                <a:spcPts val="0"/>
              </a:spcAft>
              <a:buClr>
                <a:schemeClr val="lt1"/>
              </a:buClr>
              <a:buSzPts val="3600"/>
              <a:buNone/>
              <a:defRPr sz="3600">
                <a:solidFill>
                  <a:schemeClr val="lt1"/>
                </a:solidFill>
              </a:defRPr>
            </a:lvl5pPr>
            <a:lvl6pPr lvl="5" rtl="0">
              <a:spcBef>
                <a:spcPts val="0"/>
              </a:spcBef>
              <a:spcAft>
                <a:spcPts val="0"/>
              </a:spcAft>
              <a:buClr>
                <a:schemeClr val="lt1"/>
              </a:buClr>
              <a:buSzPts val="3600"/>
              <a:buNone/>
              <a:defRPr sz="3600">
                <a:solidFill>
                  <a:schemeClr val="lt1"/>
                </a:solidFill>
              </a:defRPr>
            </a:lvl6pPr>
            <a:lvl7pPr lvl="6" rtl="0">
              <a:spcBef>
                <a:spcPts val="0"/>
              </a:spcBef>
              <a:spcAft>
                <a:spcPts val="0"/>
              </a:spcAft>
              <a:buClr>
                <a:schemeClr val="lt1"/>
              </a:buClr>
              <a:buSzPts val="3600"/>
              <a:buNone/>
              <a:defRPr sz="3600">
                <a:solidFill>
                  <a:schemeClr val="lt1"/>
                </a:solidFill>
              </a:defRPr>
            </a:lvl7pPr>
            <a:lvl8pPr lvl="7" rtl="0">
              <a:spcBef>
                <a:spcPts val="0"/>
              </a:spcBef>
              <a:spcAft>
                <a:spcPts val="0"/>
              </a:spcAft>
              <a:buClr>
                <a:schemeClr val="lt1"/>
              </a:buClr>
              <a:buSzPts val="3600"/>
              <a:buNone/>
              <a:defRPr sz="3600">
                <a:solidFill>
                  <a:schemeClr val="lt1"/>
                </a:solidFill>
              </a:defRPr>
            </a:lvl8pPr>
            <a:lvl9pPr lvl="8" rtl="0">
              <a:spcBef>
                <a:spcPts val="0"/>
              </a:spcBef>
              <a:spcAft>
                <a:spcPts val="0"/>
              </a:spcAft>
              <a:buClr>
                <a:schemeClr val="lt1"/>
              </a:buClr>
              <a:buSzPts val="3600"/>
              <a:buNone/>
              <a:defRPr sz="3600">
                <a:solidFill>
                  <a:schemeClr val="lt1"/>
                </a:solidFill>
              </a:defRPr>
            </a:lvl9pPr>
          </a:lstStyle>
          <a:p/>
        </p:txBody>
      </p:sp>
      <p:sp>
        <p:nvSpPr>
          <p:cNvPr id="105" name="Google Shape;105;p2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06" name="Shape 106"/>
        <p:cNvGrpSpPr/>
        <p:nvPr/>
      </p:nvGrpSpPr>
      <p:grpSpPr>
        <a:xfrm>
          <a:off x="0" y="0"/>
          <a:ext cx="0" cy="0"/>
          <a:chOff x="0" y="0"/>
          <a:chExt cx="0" cy="0"/>
        </a:xfrm>
      </p:grpSpPr>
      <p:sp>
        <p:nvSpPr>
          <p:cNvPr id="107" name="Google Shape;107;p21"/>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8" name="Google Shape;108;p21"/>
          <p:cNvGrpSpPr/>
          <p:nvPr/>
        </p:nvGrpSpPr>
        <p:grpSpPr>
          <a:xfrm>
            <a:off x="830392" y="1191256"/>
            <a:ext cx="745763" cy="45826"/>
            <a:chOff x="4580561" y="2589004"/>
            <a:chExt cx="1064464" cy="25200"/>
          </a:xfrm>
        </p:grpSpPr>
        <p:sp>
          <p:nvSpPr>
            <p:cNvPr id="109" name="Google Shape;109;p21"/>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21"/>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1" name="Google Shape;111;p21"/>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rtl="0">
              <a:spcBef>
                <a:spcPts val="0"/>
              </a:spcBef>
              <a:spcAft>
                <a:spcPts val="0"/>
              </a:spcAft>
              <a:buSzPts val="2600"/>
              <a:buNone/>
              <a:defRPr sz="2600"/>
            </a:lvl1pPr>
            <a:lvl2pPr lvl="1" rtl="0">
              <a:spcBef>
                <a:spcPts val="0"/>
              </a:spcBef>
              <a:spcAft>
                <a:spcPts val="0"/>
              </a:spcAft>
              <a:buSzPts val="2600"/>
              <a:buNone/>
              <a:defRPr sz="2600"/>
            </a:lvl2pPr>
            <a:lvl3pPr lvl="2" rtl="0">
              <a:spcBef>
                <a:spcPts val="0"/>
              </a:spcBef>
              <a:spcAft>
                <a:spcPts val="0"/>
              </a:spcAft>
              <a:buSzPts val="2600"/>
              <a:buNone/>
              <a:defRPr sz="2600"/>
            </a:lvl3pPr>
            <a:lvl4pPr lvl="3" rtl="0">
              <a:spcBef>
                <a:spcPts val="0"/>
              </a:spcBef>
              <a:spcAft>
                <a:spcPts val="0"/>
              </a:spcAft>
              <a:buSzPts val="2600"/>
              <a:buNone/>
              <a:defRPr sz="2600"/>
            </a:lvl4pPr>
            <a:lvl5pPr lvl="4" rtl="0">
              <a:spcBef>
                <a:spcPts val="0"/>
              </a:spcBef>
              <a:spcAft>
                <a:spcPts val="0"/>
              </a:spcAft>
              <a:buSzPts val="2600"/>
              <a:buNone/>
              <a:defRPr sz="2600"/>
            </a:lvl5pPr>
            <a:lvl6pPr lvl="5" rtl="0">
              <a:spcBef>
                <a:spcPts val="0"/>
              </a:spcBef>
              <a:spcAft>
                <a:spcPts val="0"/>
              </a:spcAft>
              <a:buSzPts val="2600"/>
              <a:buNone/>
              <a:defRPr sz="2600"/>
            </a:lvl6pPr>
            <a:lvl7pPr lvl="6" rtl="0">
              <a:spcBef>
                <a:spcPts val="0"/>
              </a:spcBef>
              <a:spcAft>
                <a:spcPts val="0"/>
              </a:spcAft>
              <a:buSzPts val="2600"/>
              <a:buNone/>
              <a:defRPr sz="2600"/>
            </a:lvl7pPr>
            <a:lvl8pPr lvl="7" rtl="0">
              <a:spcBef>
                <a:spcPts val="0"/>
              </a:spcBef>
              <a:spcAft>
                <a:spcPts val="0"/>
              </a:spcAft>
              <a:buSzPts val="2600"/>
              <a:buNone/>
              <a:defRPr sz="2600"/>
            </a:lvl8pPr>
            <a:lvl9pPr lvl="8" rtl="0">
              <a:spcBef>
                <a:spcPts val="0"/>
              </a:spcBef>
              <a:spcAft>
                <a:spcPts val="0"/>
              </a:spcAft>
              <a:buSzPts val="2600"/>
              <a:buNone/>
              <a:defRPr sz="2600"/>
            </a:lvl9pPr>
          </a:lstStyle>
          <a:p/>
        </p:txBody>
      </p:sp>
      <p:sp>
        <p:nvSpPr>
          <p:cNvPr id="112" name="Google Shape;112;p21"/>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SzPts val="1600"/>
              <a:buNone/>
              <a:defRPr sz="1600"/>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p:txBody>
      </p:sp>
      <p:sp>
        <p:nvSpPr>
          <p:cNvPr id="113" name="Google Shape;113;p21"/>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rtl="0">
              <a:spcBef>
                <a:spcPts val="0"/>
              </a:spcBef>
              <a:spcAft>
                <a:spcPts val="0"/>
              </a:spcAft>
              <a:buSzPts val="1300"/>
              <a:buChar char="●"/>
              <a:defRPr/>
            </a:lvl1pPr>
            <a:lvl2pPr indent="-298450" lvl="1" marL="914400" rtl="0">
              <a:spcBef>
                <a:spcPts val="0"/>
              </a:spcBef>
              <a:spcAft>
                <a:spcPts val="0"/>
              </a:spcAft>
              <a:buSzPts val="1100"/>
              <a:buChar char="○"/>
              <a:defRPr/>
            </a:lvl2pPr>
            <a:lvl3pPr indent="-298450" lvl="2" marL="1371600" rtl="0">
              <a:spcBef>
                <a:spcPts val="0"/>
              </a:spcBef>
              <a:spcAft>
                <a:spcPts val="0"/>
              </a:spcAft>
              <a:buSzPts val="1100"/>
              <a:buChar char="■"/>
              <a:defRPr/>
            </a:lvl3pPr>
            <a:lvl4pPr indent="-298450" lvl="3" marL="1828800" rtl="0">
              <a:spcBef>
                <a:spcPts val="0"/>
              </a:spcBef>
              <a:spcAft>
                <a:spcPts val="0"/>
              </a:spcAft>
              <a:buSzPts val="1100"/>
              <a:buChar char="●"/>
              <a:defRPr/>
            </a:lvl4pPr>
            <a:lvl5pPr indent="-298450" lvl="4" marL="2286000" rtl="0">
              <a:spcBef>
                <a:spcPts val="0"/>
              </a:spcBef>
              <a:spcAft>
                <a:spcPts val="0"/>
              </a:spcAft>
              <a:buSzPts val="1100"/>
              <a:buChar char="○"/>
              <a:defRPr/>
            </a:lvl5pPr>
            <a:lvl6pPr indent="-298450" lvl="5" marL="2743200" rtl="0">
              <a:spcBef>
                <a:spcPts val="0"/>
              </a:spcBef>
              <a:spcAft>
                <a:spcPts val="0"/>
              </a:spcAft>
              <a:buSzPts val="1100"/>
              <a:buChar char="■"/>
              <a:defRPr/>
            </a:lvl6pPr>
            <a:lvl7pPr indent="-298450" lvl="6" marL="3200400" rtl="0">
              <a:spcBef>
                <a:spcPts val="0"/>
              </a:spcBef>
              <a:spcAft>
                <a:spcPts val="0"/>
              </a:spcAft>
              <a:buSzPts val="1100"/>
              <a:buChar char="●"/>
              <a:defRPr/>
            </a:lvl7pPr>
            <a:lvl8pPr indent="-298450" lvl="7" marL="3657600" rtl="0">
              <a:spcBef>
                <a:spcPts val="0"/>
              </a:spcBef>
              <a:spcAft>
                <a:spcPts val="0"/>
              </a:spcAft>
              <a:buSzPts val="1100"/>
              <a:buChar char="○"/>
              <a:defRPr/>
            </a:lvl8pPr>
            <a:lvl9pPr indent="-298450" lvl="8" marL="4114800" rtl="0">
              <a:spcBef>
                <a:spcPts val="0"/>
              </a:spcBef>
              <a:spcAft>
                <a:spcPts val="0"/>
              </a:spcAft>
              <a:buSzPts val="1100"/>
              <a:buChar char="■"/>
              <a:defRPr/>
            </a:lvl9pPr>
          </a:lstStyle>
          <a:p/>
        </p:txBody>
      </p:sp>
      <p:sp>
        <p:nvSpPr>
          <p:cNvPr id="114" name="Google Shape;114;p2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15" name="Shape 115"/>
        <p:cNvGrpSpPr/>
        <p:nvPr/>
      </p:nvGrpSpPr>
      <p:grpSpPr>
        <a:xfrm>
          <a:off x="0" y="0"/>
          <a:ext cx="0" cy="0"/>
          <a:chOff x="0" y="0"/>
          <a:chExt cx="0" cy="0"/>
        </a:xfrm>
      </p:grpSpPr>
      <p:sp>
        <p:nvSpPr>
          <p:cNvPr id="116" name="Google Shape;116;p22"/>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SzPts val="1300"/>
              <a:buNone/>
              <a:defRPr/>
            </a:lvl1pPr>
          </a:lstStyle>
          <a:p/>
        </p:txBody>
      </p:sp>
      <p:sp>
        <p:nvSpPr>
          <p:cNvPr id="117" name="Google Shape;117;p2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118" name="Shape 118"/>
        <p:cNvGrpSpPr/>
        <p:nvPr/>
      </p:nvGrpSpPr>
      <p:grpSpPr>
        <a:xfrm>
          <a:off x="0" y="0"/>
          <a:ext cx="0" cy="0"/>
          <a:chOff x="0" y="0"/>
          <a:chExt cx="0" cy="0"/>
        </a:xfrm>
      </p:grpSpPr>
      <p:grpSp>
        <p:nvGrpSpPr>
          <p:cNvPr id="119" name="Google Shape;119;p23"/>
          <p:cNvGrpSpPr/>
          <p:nvPr/>
        </p:nvGrpSpPr>
        <p:grpSpPr>
          <a:xfrm>
            <a:off x="830392" y="4169130"/>
            <a:ext cx="745763" cy="45826"/>
            <a:chOff x="4580561" y="2589004"/>
            <a:chExt cx="1064464" cy="25200"/>
          </a:xfrm>
        </p:grpSpPr>
        <p:sp>
          <p:nvSpPr>
            <p:cNvPr id="120" name="Google Shape;120;p2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2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2" name="Google Shape;122;p23"/>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8000"/>
              <a:buNone/>
              <a:defRPr sz="8000">
                <a:solidFill>
                  <a:schemeClr val="lt1"/>
                </a:solidFill>
              </a:defRPr>
            </a:lvl1pPr>
            <a:lvl2pPr lvl="1" rtl="0">
              <a:spcBef>
                <a:spcPts val="0"/>
              </a:spcBef>
              <a:spcAft>
                <a:spcPts val="0"/>
              </a:spcAft>
              <a:buClr>
                <a:schemeClr val="lt1"/>
              </a:buClr>
              <a:buSzPts val="8000"/>
              <a:buNone/>
              <a:defRPr sz="8000">
                <a:solidFill>
                  <a:schemeClr val="lt1"/>
                </a:solidFill>
              </a:defRPr>
            </a:lvl2pPr>
            <a:lvl3pPr lvl="2" rtl="0">
              <a:spcBef>
                <a:spcPts val="0"/>
              </a:spcBef>
              <a:spcAft>
                <a:spcPts val="0"/>
              </a:spcAft>
              <a:buClr>
                <a:schemeClr val="lt1"/>
              </a:buClr>
              <a:buSzPts val="8000"/>
              <a:buNone/>
              <a:defRPr sz="8000">
                <a:solidFill>
                  <a:schemeClr val="lt1"/>
                </a:solidFill>
              </a:defRPr>
            </a:lvl3pPr>
            <a:lvl4pPr lvl="3" rtl="0">
              <a:spcBef>
                <a:spcPts val="0"/>
              </a:spcBef>
              <a:spcAft>
                <a:spcPts val="0"/>
              </a:spcAft>
              <a:buClr>
                <a:schemeClr val="lt1"/>
              </a:buClr>
              <a:buSzPts val="8000"/>
              <a:buNone/>
              <a:defRPr sz="8000">
                <a:solidFill>
                  <a:schemeClr val="lt1"/>
                </a:solidFill>
              </a:defRPr>
            </a:lvl4pPr>
            <a:lvl5pPr lvl="4" rtl="0">
              <a:spcBef>
                <a:spcPts val="0"/>
              </a:spcBef>
              <a:spcAft>
                <a:spcPts val="0"/>
              </a:spcAft>
              <a:buClr>
                <a:schemeClr val="lt1"/>
              </a:buClr>
              <a:buSzPts val="8000"/>
              <a:buNone/>
              <a:defRPr sz="8000">
                <a:solidFill>
                  <a:schemeClr val="lt1"/>
                </a:solidFill>
              </a:defRPr>
            </a:lvl5pPr>
            <a:lvl6pPr lvl="5" rtl="0">
              <a:spcBef>
                <a:spcPts val="0"/>
              </a:spcBef>
              <a:spcAft>
                <a:spcPts val="0"/>
              </a:spcAft>
              <a:buClr>
                <a:schemeClr val="lt1"/>
              </a:buClr>
              <a:buSzPts val="8000"/>
              <a:buNone/>
              <a:defRPr sz="8000">
                <a:solidFill>
                  <a:schemeClr val="lt1"/>
                </a:solidFill>
              </a:defRPr>
            </a:lvl6pPr>
            <a:lvl7pPr lvl="6" rtl="0">
              <a:spcBef>
                <a:spcPts val="0"/>
              </a:spcBef>
              <a:spcAft>
                <a:spcPts val="0"/>
              </a:spcAft>
              <a:buClr>
                <a:schemeClr val="lt1"/>
              </a:buClr>
              <a:buSzPts val="8000"/>
              <a:buNone/>
              <a:defRPr sz="8000">
                <a:solidFill>
                  <a:schemeClr val="lt1"/>
                </a:solidFill>
              </a:defRPr>
            </a:lvl7pPr>
            <a:lvl8pPr lvl="7" rtl="0">
              <a:spcBef>
                <a:spcPts val="0"/>
              </a:spcBef>
              <a:spcAft>
                <a:spcPts val="0"/>
              </a:spcAft>
              <a:buClr>
                <a:schemeClr val="lt1"/>
              </a:buClr>
              <a:buSzPts val="8000"/>
              <a:buNone/>
              <a:defRPr sz="8000">
                <a:solidFill>
                  <a:schemeClr val="lt1"/>
                </a:solidFill>
              </a:defRPr>
            </a:lvl8pPr>
            <a:lvl9pPr lvl="8" rtl="0">
              <a:spcBef>
                <a:spcPts val="0"/>
              </a:spcBef>
              <a:spcAft>
                <a:spcPts val="0"/>
              </a:spcAft>
              <a:buClr>
                <a:schemeClr val="lt1"/>
              </a:buClr>
              <a:buSzPts val="8000"/>
              <a:buNone/>
              <a:defRPr sz="8000">
                <a:solidFill>
                  <a:schemeClr val="lt1"/>
                </a:solidFill>
              </a:defRPr>
            </a:lvl9pPr>
          </a:lstStyle>
          <a:p>
            <a:r>
              <a:t>xx%</a:t>
            </a:r>
          </a:p>
        </p:txBody>
      </p:sp>
      <p:sp>
        <p:nvSpPr>
          <p:cNvPr id="123" name="Google Shape;123;p23"/>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rtl="0">
              <a:spcBef>
                <a:spcPts val="0"/>
              </a:spcBef>
              <a:spcAft>
                <a:spcPts val="0"/>
              </a:spcAft>
              <a:buClr>
                <a:schemeClr val="lt1"/>
              </a:buClr>
              <a:buSzPts val="1300"/>
              <a:buChar char="●"/>
              <a:defRPr>
                <a:solidFill>
                  <a:schemeClr val="lt1"/>
                </a:solidFill>
              </a:defRPr>
            </a:lvl1pPr>
            <a:lvl2pPr indent="-298450" lvl="1" marL="914400" rtl="0">
              <a:spcBef>
                <a:spcPts val="0"/>
              </a:spcBef>
              <a:spcAft>
                <a:spcPts val="0"/>
              </a:spcAft>
              <a:buClr>
                <a:schemeClr val="lt1"/>
              </a:buClr>
              <a:buSzPts val="1100"/>
              <a:buChar char="○"/>
              <a:defRPr>
                <a:solidFill>
                  <a:schemeClr val="lt1"/>
                </a:solidFill>
              </a:defRPr>
            </a:lvl2pPr>
            <a:lvl3pPr indent="-298450" lvl="2" marL="1371600" rtl="0">
              <a:spcBef>
                <a:spcPts val="0"/>
              </a:spcBef>
              <a:spcAft>
                <a:spcPts val="0"/>
              </a:spcAft>
              <a:buClr>
                <a:schemeClr val="lt1"/>
              </a:buClr>
              <a:buSzPts val="1100"/>
              <a:buChar char="■"/>
              <a:defRPr>
                <a:solidFill>
                  <a:schemeClr val="lt1"/>
                </a:solidFill>
              </a:defRPr>
            </a:lvl3pPr>
            <a:lvl4pPr indent="-298450" lvl="3" marL="1828800" rtl="0">
              <a:spcBef>
                <a:spcPts val="0"/>
              </a:spcBef>
              <a:spcAft>
                <a:spcPts val="0"/>
              </a:spcAft>
              <a:buClr>
                <a:schemeClr val="lt1"/>
              </a:buClr>
              <a:buSzPts val="1100"/>
              <a:buChar char="●"/>
              <a:defRPr>
                <a:solidFill>
                  <a:schemeClr val="lt1"/>
                </a:solidFill>
              </a:defRPr>
            </a:lvl4pPr>
            <a:lvl5pPr indent="-298450" lvl="4" marL="2286000" rtl="0">
              <a:spcBef>
                <a:spcPts val="0"/>
              </a:spcBef>
              <a:spcAft>
                <a:spcPts val="0"/>
              </a:spcAft>
              <a:buClr>
                <a:schemeClr val="lt1"/>
              </a:buClr>
              <a:buSzPts val="1100"/>
              <a:buChar char="○"/>
              <a:defRPr>
                <a:solidFill>
                  <a:schemeClr val="lt1"/>
                </a:solidFill>
              </a:defRPr>
            </a:lvl5pPr>
            <a:lvl6pPr indent="-298450" lvl="5" marL="2743200" rtl="0">
              <a:spcBef>
                <a:spcPts val="0"/>
              </a:spcBef>
              <a:spcAft>
                <a:spcPts val="0"/>
              </a:spcAft>
              <a:buClr>
                <a:schemeClr val="lt1"/>
              </a:buClr>
              <a:buSzPts val="1100"/>
              <a:buChar char="■"/>
              <a:defRPr>
                <a:solidFill>
                  <a:schemeClr val="lt1"/>
                </a:solidFill>
              </a:defRPr>
            </a:lvl6pPr>
            <a:lvl7pPr indent="-298450" lvl="6" marL="3200400" rtl="0">
              <a:spcBef>
                <a:spcPts val="0"/>
              </a:spcBef>
              <a:spcAft>
                <a:spcPts val="0"/>
              </a:spcAft>
              <a:buClr>
                <a:schemeClr val="lt1"/>
              </a:buClr>
              <a:buSzPts val="1100"/>
              <a:buChar char="●"/>
              <a:defRPr>
                <a:solidFill>
                  <a:schemeClr val="lt1"/>
                </a:solidFill>
              </a:defRPr>
            </a:lvl7pPr>
            <a:lvl8pPr indent="-298450" lvl="7" marL="3657600" rtl="0">
              <a:spcBef>
                <a:spcPts val="0"/>
              </a:spcBef>
              <a:spcAft>
                <a:spcPts val="0"/>
              </a:spcAft>
              <a:buClr>
                <a:schemeClr val="lt1"/>
              </a:buClr>
              <a:buSzPts val="1100"/>
              <a:buChar char="○"/>
              <a:defRPr>
                <a:solidFill>
                  <a:schemeClr val="lt1"/>
                </a:solidFill>
              </a:defRPr>
            </a:lvl8pPr>
            <a:lvl9pPr indent="-298450" lvl="8" marL="4114800" rtl="0">
              <a:spcBef>
                <a:spcPts val="0"/>
              </a:spcBef>
              <a:spcAft>
                <a:spcPts val="0"/>
              </a:spcAft>
              <a:buClr>
                <a:schemeClr val="lt1"/>
              </a:buClr>
              <a:buSzPts val="1100"/>
              <a:buChar char="■"/>
              <a:defRPr>
                <a:solidFill>
                  <a:schemeClr val="lt1"/>
                </a:solidFill>
              </a:defRPr>
            </a:lvl9pPr>
          </a:lstStyle>
          <a:p/>
        </p:txBody>
      </p:sp>
      <p:sp>
        <p:nvSpPr>
          <p:cNvPr id="124" name="Google Shape;124;p2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5" name="Shape 125"/>
        <p:cNvGrpSpPr/>
        <p:nvPr/>
      </p:nvGrpSpPr>
      <p:grpSpPr>
        <a:xfrm>
          <a:off x="0" y="0"/>
          <a:ext cx="0" cy="0"/>
          <a:chOff x="0" y="0"/>
          <a:chExt cx="0" cy="0"/>
        </a:xfrm>
      </p:grpSpPr>
      <p:sp>
        <p:nvSpPr>
          <p:cNvPr id="126" name="Google Shape;126;p2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2.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rt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rt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rt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rt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rt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rt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rt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rt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52" name="Google Shape;52;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rtl="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rtl="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rtl="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rtl="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rtl="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rtl="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rtl="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rtl="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rtl="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53" name="Google Shape;53;p13"/>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accent1"/>
                </a:solidFill>
                <a:latin typeface="Lato"/>
                <a:ea typeface="Lato"/>
                <a:cs typeface="Lato"/>
                <a:sym typeface="Lato"/>
              </a:defRPr>
            </a:lvl1pPr>
            <a:lvl2pPr lvl="1" rtl="0" algn="r">
              <a:buNone/>
              <a:defRPr sz="1000">
                <a:solidFill>
                  <a:schemeClr val="accent1"/>
                </a:solidFill>
                <a:latin typeface="Lato"/>
                <a:ea typeface="Lato"/>
                <a:cs typeface="Lato"/>
                <a:sym typeface="Lato"/>
              </a:defRPr>
            </a:lvl2pPr>
            <a:lvl3pPr lvl="2" rtl="0" algn="r">
              <a:buNone/>
              <a:defRPr sz="1000">
                <a:solidFill>
                  <a:schemeClr val="accent1"/>
                </a:solidFill>
                <a:latin typeface="Lato"/>
                <a:ea typeface="Lato"/>
                <a:cs typeface="Lato"/>
                <a:sym typeface="Lato"/>
              </a:defRPr>
            </a:lvl3pPr>
            <a:lvl4pPr lvl="3" rtl="0" algn="r">
              <a:buNone/>
              <a:defRPr sz="1000">
                <a:solidFill>
                  <a:schemeClr val="accent1"/>
                </a:solidFill>
                <a:latin typeface="Lato"/>
                <a:ea typeface="Lato"/>
                <a:cs typeface="Lato"/>
                <a:sym typeface="Lato"/>
              </a:defRPr>
            </a:lvl4pPr>
            <a:lvl5pPr lvl="4" rtl="0" algn="r">
              <a:buNone/>
              <a:defRPr sz="1000">
                <a:solidFill>
                  <a:schemeClr val="accent1"/>
                </a:solidFill>
                <a:latin typeface="Lato"/>
                <a:ea typeface="Lato"/>
                <a:cs typeface="Lato"/>
                <a:sym typeface="Lato"/>
              </a:defRPr>
            </a:lvl5pPr>
            <a:lvl6pPr lvl="5" rtl="0" algn="r">
              <a:buNone/>
              <a:defRPr sz="1000">
                <a:solidFill>
                  <a:schemeClr val="accent1"/>
                </a:solidFill>
                <a:latin typeface="Lato"/>
                <a:ea typeface="Lato"/>
                <a:cs typeface="Lato"/>
                <a:sym typeface="Lato"/>
              </a:defRPr>
            </a:lvl6pPr>
            <a:lvl7pPr lvl="6" rtl="0" algn="r">
              <a:buNone/>
              <a:defRPr sz="1000">
                <a:solidFill>
                  <a:schemeClr val="accent1"/>
                </a:solidFill>
                <a:latin typeface="Lato"/>
                <a:ea typeface="Lato"/>
                <a:cs typeface="Lato"/>
                <a:sym typeface="Lato"/>
              </a:defRPr>
            </a:lvl7pPr>
            <a:lvl8pPr lvl="7" rtl="0" algn="r">
              <a:buNone/>
              <a:defRPr sz="1000">
                <a:solidFill>
                  <a:schemeClr val="accent1"/>
                </a:solidFill>
                <a:latin typeface="Lato"/>
                <a:ea typeface="Lato"/>
                <a:cs typeface="Lato"/>
                <a:sym typeface="Lato"/>
              </a:defRPr>
            </a:lvl8pPr>
            <a:lvl9pPr lvl="8" rtl="0"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5"/>
          <p:cNvSpPr txBox="1"/>
          <p:nvPr>
            <p:ph type="title"/>
          </p:nvPr>
        </p:nvSpPr>
        <p:spPr>
          <a:xfrm>
            <a:off x="727650" y="56122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434343"/>
                </a:solidFill>
                <a:latin typeface="Arial"/>
                <a:ea typeface="Arial"/>
                <a:cs typeface="Arial"/>
                <a:sym typeface="Arial"/>
              </a:rPr>
              <a:t>Executive </a:t>
            </a:r>
            <a:r>
              <a:rPr lang="en">
                <a:solidFill>
                  <a:srgbClr val="434343"/>
                </a:solidFill>
                <a:latin typeface="Arial"/>
                <a:ea typeface="Arial"/>
                <a:cs typeface="Arial"/>
                <a:sym typeface="Arial"/>
              </a:rPr>
              <a:t>Summary</a:t>
            </a:r>
            <a:endParaRPr>
              <a:solidFill>
                <a:srgbClr val="434343"/>
              </a:solidFill>
              <a:latin typeface="Arial"/>
              <a:ea typeface="Arial"/>
              <a:cs typeface="Arial"/>
              <a:sym typeface="Arial"/>
            </a:endParaRPr>
          </a:p>
        </p:txBody>
      </p:sp>
      <p:sp>
        <p:nvSpPr>
          <p:cNvPr id="132" name="Google Shape;132;p25"/>
          <p:cNvSpPr txBox="1"/>
          <p:nvPr>
            <p:ph idx="1" type="body"/>
          </p:nvPr>
        </p:nvSpPr>
        <p:spPr>
          <a:xfrm>
            <a:off x="729450" y="1604275"/>
            <a:ext cx="7688700" cy="29481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latin typeface="Arial"/>
                <a:ea typeface="Arial"/>
                <a:cs typeface="Arial"/>
                <a:sym typeface="Arial"/>
              </a:rPr>
              <a:t>In order to </a:t>
            </a:r>
            <a:r>
              <a:rPr lang="en">
                <a:latin typeface="Arial"/>
                <a:ea typeface="Arial"/>
                <a:cs typeface="Arial"/>
                <a:sym typeface="Arial"/>
              </a:rPr>
              <a:t>reach annual growth and expansion goals, Sauce &amp; Spoon</a:t>
            </a:r>
            <a:r>
              <a:rPr lang="en">
                <a:latin typeface="Arial"/>
                <a:ea typeface="Arial"/>
                <a:cs typeface="Arial"/>
                <a:sym typeface="Arial"/>
              </a:rPr>
              <a:t> installed tabletop tablet menus at the Downtown and North locations, with the tablets going live to guests on October 15. After sourcing and installing the tablets, training the staff, and a successful test run, we launched a pilot of the tablets, and gathered customer feedback through a survey that appeared on their devices at the end of their meal. Using that information, we implemented improvements to the operations, including continued waitstaff training, tablet audits to surface faulty devices, investigating instances of food waste, and more.</a:t>
            </a:r>
            <a:endParaRPr>
              <a:latin typeface="Arial"/>
              <a:ea typeface="Arial"/>
              <a:cs typeface="Arial"/>
              <a:sym typeface="Arial"/>
            </a:endParaRPr>
          </a:p>
          <a:p>
            <a:pPr indent="0" lvl="0" marL="0" rtl="0" algn="l">
              <a:spcBef>
                <a:spcPts val="1200"/>
              </a:spcBef>
              <a:spcAft>
                <a:spcPts val="1200"/>
              </a:spcAft>
              <a:buNone/>
            </a:pPr>
            <a:r>
              <a:rPr lang="en">
                <a:latin typeface="Arial"/>
                <a:ea typeface="Arial"/>
                <a:cs typeface="Arial"/>
                <a:sym typeface="Arial"/>
              </a:rPr>
              <a:t>Now that we’ve officially launched the tablets, we’ve increased the average daily guest count by 10%, decreased wait time by 30 minutes, cut checkout time down to one minute, and decreased food waste by 50%. Sales have gone up upwards of 20% since the rollout. Customer satisfaction has also increased from 72% after the </a:t>
            </a:r>
            <a:r>
              <a:rPr lang="en">
                <a:latin typeface="Arial"/>
                <a:ea typeface="Arial"/>
                <a:cs typeface="Arial"/>
                <a:sym typeface="Arial"/>
              </a:rPr>
              <a:t>initial</a:t>
            </a:r>
            <a:r>
              <a:rPr lang="en">
                <a:latin typeface="Arial"/>
                <a:ea typeface="Arial"/>
                <a:cs typeface="Arial"/>
                <a:sym typeface="Arial"/>
              </a:rPr>
              <a:t> pilot to 86% today. This, of course, shows us that there’s still room for </a:t>
            </a:r>
            <a:r>
              <a:rPr lang="en">
                <a:latin typeface="Arial"/>
                <a:ea typeface="Arial"/>
                <a:cs typeface="Arial"/>
                <a:sym typeface="Arial"/>
              </a:rPr>
              <a:t>improvement, which we will continue to make as we explore rolling out tablets to other Sauce &amp; Spoon locations in the near future.</a:t>
            </a:r>
            <a:endParaRPr>
              <a:latin typeface="Arial"/>
              <a:ea typeface="Arial"/>
              <a:cs typeface="Arial"/>
              <a:sym typeface="Arial"/>
            </a:endParaRPr>
          </a:p>
        </p:txBody>
      </p:sp>
      <p:pic>
        <p:nvPicPr>
          <p:cNvPr id="133" name="Google Shape;133;p25"/>
          <p:cNvPicPr preferRelativeResize="0"/>
          <p:nvPr/>
        </p:nvPicPr>
        <p:blipFill>
          <a:blip r:embed="rId3">
            <a:alphaModFix/>
          </a:blip>
          <a:stretch>
            <a:fillRect/>
          </a:stretch>
        </p:blipFill>
        <p:spPr>
          <a:xfrm>
            <a:off x="8553000" y="4552500"/>
            <a:ext cx="590995" cy="59099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